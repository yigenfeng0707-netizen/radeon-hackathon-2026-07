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AMD RADEON HACKATHON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3 — PHYSICAL AI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Franka Multi-Fruit Sorting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SmolVLA on AMD ROCm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162236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Closed-Loop Evaluation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Rate (2/2 episodes)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2120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ROCm Robotics  |  Developer: yigenfeng0707-netizen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Platform: AMD ROCm 7.2.1 + PyTorch 2.9.1+rocm7.2.1 + Radeon Pro W7900 (48GB)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D1C2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Scenario &amp; Real-World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Franka 9-DOF robotic arm sorts 3 fruits (plum, banana, lemon) into color-matched bowls in the Genesis physics simulator.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RGB cameras (world + wrist) at 224x224 + 9-D proprioceptive state + language task string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9-DOF joint position targets — fully autonomous, no hand-engineered perception or planning in the loop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Industry Value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16223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Sorting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4937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grocery warehouses sorting mixed produce at scale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16223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 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54864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Classifying produce by variety and maturity grade before packaging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603504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16223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6035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Agriculture 4.0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6035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post-harvest handling from orchard to binning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09728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16223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8368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Fruit Categories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109728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16223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1440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Color-Matched Bowls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237744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16223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9-DOF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58368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Franka Arm Control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0" y="237744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16223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224x224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1440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Camera RGB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Criterion: target fruit center of mass within 6cm of target bowl center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AMD ROCm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5 stages run on a single AMD Radeon Pro W7900 — no CPU offload, no CUDA dependency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162236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16002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Genesis Physics Sim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828800" cy="10058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gs.init(backend=gs.gpu)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Franka 9-DOF + dual cams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fruits + 3 bowls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2606040"/>
            <a:ext cx="182880" cy="274320"/>
          </a:xfrm>
          <a:prstGeom prst="rightArrow">
            <a:avLst/>
          </a:prstGeom>
          <a:solidFill>
            <a:srgbClr val="ED1C24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4630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162236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600200"/>
            <a:ext cx="640080" cy="640080"/>
          </a:xfrm>
          <a:prstGeom prst="ellipse">
            <a:avLst/>
          </a:prstGeom>
          <a:solidFill>
            <a:srgbClr val="FFA7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2608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Scripted Data Collect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880360"/>
            <a:ext cx="1828800" cy="10058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Pick-and-place policy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LeRobotDataset writer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Success-only episodes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18888" y="2606040"/>
            <a:ext cx="182880" cy="274320"/>
          </a:xfrm>
          <a:prstGeom prst="rightArrow">
            <a:avLst/>
          </a:prstGeom>
          <a:solidFill>
            <a:srgbClr val="ED1C2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4630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162236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0" y="160020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6636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LeRobot Dataset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880360"/>
            <a:ext cx="1828800" cy="10058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local/sort_fruit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world+wrist RGB (224x224)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9-D state + 7-D 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59168" y="2606040"/>
            <a:ext cx="182880" cy="274320"/>
          </a:xfrm>
          <a:prstGeom prst="rightArrow">
            <a:avLst/>
          </a:prstGeom>
          <a:solidFill>
            <a:srgbClr val="ED1C24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14630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162236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1600200"/>
            <a:ext cx="640080" cy="640080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0664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SmolVLA Fine-tune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0920" y="2880360"/>
            <a:ext cx="1828800" cy="10058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AdamW, bs=4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 steps, 5 min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loss 0.073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99448" y="2606040"/>
            <a:ext cx="182880" cy="274320"/>
          </a:xfrm>
          <a:prstGeom prst="rightArrow">
            <a:avLst/>
          </a:prstGeom>
          <a:solidFill>
            <a:srgbClr val="ED1C24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0" y="14630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16223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95560" y="16002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101955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4692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Closed-loop Eval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0" y="2880360"/>
            <a:ext cx="1828800" cy="10058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 Genesis scene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autonomous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success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389120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162236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389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AMD ROCm 7.2.1  |  PyTorch 2.9.1+rocm7.2.1  |  Radeon Pro W7900 (48GB)  |  Genesis 1.2.3  |  LeRobot 0.6.0  |  SmolVLA (Apache-2.0)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53492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Decisions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1520" y="57150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SmolVLA over OpenVLA — smaller footprint, faster inference, Apache-2.0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6035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Genesis over MuJoCo — GPU-accelerated sim, Pythonic API, LeRobot integration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Dual-camera config — world (global) + wrist (egocentric) viewpoints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Engineering Contributions to ROCm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Non-obvious engineering problems solved to make the SmolVLA + Genesis + LeRobot stack run end-to-end on AMD ROCm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16223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D1C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DOF Separation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control_dofs_position calls for 7 arm motors vs 2 fingers prevents misaligned targets and grasp failures.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3716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162236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508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cam.render() List Handling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103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Genesis returns a Python list not tuple. Use [0] indexing + np.asarray() to recover RGB image safely.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3716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16223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9560" y="1508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A726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Dataset Loading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2103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 --dataset.root entirely to avoid HF Hub 401 errors for local datasets. Default path resolution works.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162236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794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rename_map Persistence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 camera key mapping (world-&gt;camera1, wrist-&gt;camera2) to checkpoint config for eval-time validation.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36576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162236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794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D1C24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920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predict_action Helper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43400" y="4389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 to LeRobot's predict_action to convert uint8 to float32 before resize, sidestepping ROCm's missing uint8 bilinear kernel.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6576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162236"/>
          </a:solidFill>
          <a:ln/>
        </p:spPr>
      </p:sp>
      <p:sp>
        <p:nvSpPr>
          <p:cNvPr id="30" name="Shape 28"/>
          <p:cNvSpPr/>
          <p:nvPr/>
        </p:nvSpPr>
        <p:spPr>
          <a:xfrm>
            <a:off x="7909560" y="3794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0392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MPLBACKEND=Agg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55280" y="4389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MPLBACKEND=Agg for headless rendering on remote GPU instances with no display server.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Results &amp;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16223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834640" y="1371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Closed-Loop Success Rate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2/2 episodes autonomous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162236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8016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1C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0" y="1371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 steps on W7900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16223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3464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0.073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83464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Training Loss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AdamW, bs=4, lr=1e-4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162236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83464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A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6.7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41248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per Second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Steady-state throughput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16223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~85% GPU Utilization  |  ~18 GB VRAM (of 48 GB)  |  ~80 ms Per-Step Inference  |  ROCm: 5 min vs CUDA: ~7 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Detail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76072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8288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Fruit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Bowl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018_plum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024_bowl_purple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011_banana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024_bowl_yellow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Open-Source Contribution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huggingface/lerobot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#4205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[ROCm] NotImplementedError for bilinear interpolate on uint8 tensor in SmolVLA resize_with_pad during manual inference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AMD ROCm platform support — the missing uint8 bilinear-interpolation kernel in PyTorch ROCm 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OPEN  |  Submitted: 2026-07-29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github.com/huggingface/lerobot/issues/4205</a:t>
            </a:r>
            <a:endParaRPr lang="en-US" sz="1200" dirty="0"/>
          </a:p>
        </p:txBody>
      </p:sp>
      <p:pic>
        <p:nvPicPr>
          <p:cNvPr id="11" name="Image 0" descr="D:\APPs\amdRadeon\docs\upstream_contribution_evi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97280"/>
            <a:ext cx="5669280" cy="4114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6250"/>
            </a:avLst>
          </a:prstGeom>
          <a:solidFill>
            <a:srgbClr val="162236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3492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Documents a genuine ROCm platform gap with minimal reproduction. References related LeRobot issues #2210, #2218. Directly contributes to the 10-point Upstream Open-Source Community Contributions dimension.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Project Stands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across all 5 evaluation dimensions (100 points total)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16223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6304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 Capability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autonomous closed-loop success. No scripted perception or planning in the inference loop — policy acts purely from RGB pixels.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16223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6888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ED1C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688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4028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AMD GPU &amp; ROCm Adoption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788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Entire pipeline (sim, data, train, eval) on single W7900. No CPU offload, no CUDA dependency. End-to-end AMD GPU residency.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162236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47472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pts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40280" y="3794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non-obvious engineering contributions solving real ROCm-specific issues. Each discovered during development, all documented in code.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162236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8056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80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pts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4028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Value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40280" y="4800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sorting, food processing, Agriculture 4.0. High real-world relevance with reproducible blueprint for AMD-accelerated robotic sorting.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162236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548640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486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pts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4028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Contribution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4028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#4205 to huggingface/lerobot, improving AMD ROCm platform support. Open-source contribution beyond the competition artifact.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Reproducibility &amp; Verification Links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3108960"/>
            <a:ext cx="8531352" cy="594360"/>
          </a:xfrm>
          <a:prstGeom prst="roundRect">
            <a:avLst>
              <a:gd name="adj" fmla="val 7692"/>
            </a:avLst>
          </a:prstGeom>
          <a:solidFill>
            <a:srgbClr val="162236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31089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github.com/AMD-DEV-CONTEST/Radeon-hackathon-2026-07/pull/45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8531352" cy="594360"/>
          </a:xfrm>
          <a:prstGeom prst="roundRect">
            <a:avLst>
              <a:gd name="adj" fmla="val 7692"/>
            </a:avLst>
          </a:prstGeom>
          <a:solidFill>
            <a:srgbClr val="162236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3840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Fork 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38404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github.com/yigenfeng0707-netizen/Radeon-hackathon-2026-07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4572000"/>
            <a:ext cx="8531352" cy="594360"/>
          </a:xfrm>
          <a:prstGeom prst="roundRect">
            <a:avLst>
              <a:gd name="adj" fmla="val 7692"/>
            </a:avLst>
          </a:prstGeom>
          <a:solidFill>
            <a:srgbClr val="162236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4572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Issue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457200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github.com/huggingface/lerobot/issues/4205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ROCm Robotics  |  Developer: yigenfeng0707-netizen  |  PR #45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D1C2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2026-08-03T22:40:06Z</dcterms:created>
  <dcterms:modified xsi:type="dcterms:W3CDTF">2026-08-03T22:40:06Z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alue1","ContentProducer":"001191110000802100433B11010001191110000802100433B11010","ProduceID":"2dd3d5ec-1483-4692-a6fd-a69271dbb789","ReservedCode1":"72dafc97cd38b92e5f3d5cdfd0dfbbe6","ContentPropagator":"001191110000802100433B11010001191110000802100433B11010","PropagateID":"54a0ce1c-179d-4880-a8f4-85b0b3ad9e8e","ReservedCode2":"2734827274df537123a472bf4de01eb5"}</vt:lpwstr>
  </property>
</Properties>
</file>